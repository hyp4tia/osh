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Remember to emphasize market timing and team readiness.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AIJRF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Brand &amp; Digital Strategy Proposal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Strategic Objectives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• Enhance brand awareness across digital channels</a:t>
            </a:r>
          </a:p>
          <a:p>
            <a:r>
              <a:t>• Streamline AI-driven content generation workflows</a:t>
            </a:r>
          </a:p>
        </p:txBody>
      </p:sp>
      <p:pic>
        <p:nvPicPr>
          <p:cNvPr id="4" name="Picture 4" descr="/home/claude/au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/>
      </p:pic>
      <p:sp>
        <p:nvSpPr>
          <p:cNvPr id="5" name="Footer Placeholder 5"/>
          <p:cNvSpPr>
            <a:spLocks noGrp="1"/>
          </p:cNvSpPr>
          <p:nvPr>
            <p:ph type="ftr" sz="quarter" idx="2"/>
          </p:nvPr>
        </p:nvSpPr>
        <p:spPr/>
        <p:txBody>
          <a:bodyPr/>
          <a:p>
            <a:r>
              <a:t>AIJRF · Brand &amp; Digital Strategy Proposal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3"/>
          </p:nvPr>
        </p:nvSpPr>
        <p:spPr/>
        <p:txBody>
          <a:bodyPr/>
          <a:p>
            <a:fld id="{12345678-1234-1234-1234-123456789012}" type="slidenum">
              <a:rPr/>
              <a:t>2</a:t>
            </a:fld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Timeline &amp; Milestones</a:t>
            </a:r>
          </a:p>
        </p:txBody>
      </p:sp>
      <p:graphicFrame>
        <p:nvGraphicFramePr>
          <p:cNvPr id="3" name="Table 3"/>
          <p:cNvGraphicFramePr/>
          <p:nvPr/>
        </p:nvGraphicFramePr>
        <p:xfrm/>
        <a:graphic>
          <a:graphicData uri="http://schemas.openxmlformats.org/drawingml/2006/table">
            <a:tbl>
              <a:tblGrid>
                <a:gridCol w="2000000"/>
                <a:gridCol w="2000000"/>
              </a:tblGrid>
              <a:tr h="300000">
                <a:tc>
                  <a:txBody>
                    <a:bodyPr/>
                    <a:p>
                      <a:r>
                        <a:t>Phase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Target Date</a:t>
                      </a:r>
                    </a:p>
                  </a:txBody>
                </a:tc>
              </a:tr>
              <a:tr h="300000">
                <a:tc>
                  <a:txBody>
                    <a:bodyPr/>
                    <a:p>
                      <a:r>
                        <a:t>Discovery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Q1 2026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Footer 4"/>
          <p:cNvSpPr/>
          <p:nvPr>
            <p:ph type="ftr" idx="2"/>
          </p:nvPr>
        </p:nvSpPr>
        <p:spPr/>
        <p:txBody>
          <a:bodyPr/>
          <a:p>
            <a:r>
              <a:t>AIJRF · Brand &amp; Digital Strategy Proposal</a:t>
            </a:r>
          </a:p>
        </p:txBody>
      </p:sp>
      <p:sp>
        <p:nvSpPr>
          <p:cNvPr id="5" name="SlideNum 5"/>
          <p:cNvSpPr/>
          <p:nvPr>
            <p:ph type="sldNum" idx="3"/>
          </p:nvPr>
        </p:nvSpPr>
        <p:spPr/>
        <p:txBody>
          <a:bodyPr/>
          <a:p>
            <a:r>
              <a:t>3</a:t>
            </a:r>
          </a:p>
        </p:txBody>
      </p:sp>
    </p:spTree>
  </p:cSld>
</p:sld>
</file>